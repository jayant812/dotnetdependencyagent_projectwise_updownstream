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1430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.NET Dependency Agent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68096" y="1856232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9EAF7"/>
                </a:solidFill>
              </a:rPr>
              <a:t>AI based dependency and architecture analysis for .NET projects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2743200"/>
            <a:ext cx="4754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7DEE8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971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Presentation Goal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3474720"/>
            <a:ext cx="4114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F2937"/>
                </a:solidFill>
              </a:rPr>
              <a:t>Show what the tool scans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Explain the generated reports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Highlight the new architecture diagram output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627278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D2EA"/>
                </a:solidFill>
              </a:rPr>
              <a:t>Simple demo deck for manager discussion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tool is useful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Problem and solution in simple terms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FFF7ED"/>
          </a:solidFill>
          <a:ln w="12700">
            <a:solidFill>
              <a:srgbClr val="D7DEE8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A3412"/>
                </a:solidFill>
              </a:rPr>
              <a:t>Current Challenge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283464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F2937"/>
                </a:solidFill>
              </a:rPr>
              <a:t>Difficult to understand project dependencies quickly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</a:rPr>
              <a:t>Manual checking takes time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</a:rPr>
              <a:t>Architecture is not always documented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EFF6FF"/>
          </a:solidFill>
          <a:ln w="12700">
            <a:solidFill>
              <a:srgbClr val="D7DEE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597"/>
                </a:solidFill>
              </a:rPr>
              <a:t>Our Solution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17720" y="2240280"/>
            <a:ext cx="283464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F2937"/>
                </a:solidFill>
              </a:rPr>
              <a:t>Scan GitHub or local .csproj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</a:rPr>
              <a:t>Detect packages, references and call flow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</a:rPr>
              <a:t>Generate AI impact report and diagrams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92440" y="1417320"/>
            <a:ext cx="3520440" cy="4343400"/>
          </a:xfrm>
          <a:prstGeom prst="roundRect">
            <a:avLst>
              <a:gd name="adj" fmla="val 2078"/>
            </a:avLst>
          </a:prstGeom>
          <a:solidFill>
            <a:srgbClr val="ECFDF5"/>
          </a:solidFill>
          <a:ln w="12700">
            <a:solidFill>
              <a:srgbClr val="D7DEE8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66760" y="1737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47857"/>
                </a:solidFill>
              </a:rPr>
              <a:t>Manager Value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66760" y="2240280"/>
            <a:ext cx="283464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F2937"/>
                </a:solidFill>
              </a:rPr>
              <a:t>Faster onboarding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</a:rPr>
              <a:t>Clear dependency visibility</a:t>
            </a:r>
            <a:endParaRPr lang="en-US" sz="1500" dirty="0"/>
          </a:p>
          <a:p>
            <a:r>
              <a:rPr lang="en-US" sz="1500" dirty="0">
                <a:solidFill>
                  <a:srgbClr val="1F2937"/>
                </a:solidFill>
              </a:rPr>
              <a:t>Better impact analysis before code changes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DotNet Dependency Agent • Manager Demo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Application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Main screen after successful analysis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772668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7DEE8">
                <a:alpha val="90000"/>
              </a:srgbClr>
            </a:solidFill>
            <a:prstDash val="solid"/>
          </a:ln>
        </p:spPr>
      </p:sp>
      <p:pic>
        <p:nvPicPr>
          <p:cNvPr id="6" name="Image 0" descr="/mnt/data/image(20260929-164710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85787"/>
            <a:ext cx="7635240" cy="389790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12480" y="1143000"/>
            <a:ext cx="3246120" cy="4983480"/>
          </a:xfrm>
          <a:prstGeom prst="roundRect">
            <a:avLst>
              <a:gd name="adj" fmla="val 2254"/>
            </a:avLst>
          </a:prstGeom>
          <a:solidFill>
            <a:srgbClr val="F8FAFC"/>
          </a:solidFill>
          <a:ln w="12700">
            <a:solidFill>
              <a:srgbClr val="D7DEE8">
                <a:alpha val="9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41080" y="1417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What this screen shows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41080" y="1874520"/>
            <a:ext cx="265176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50" dirty="0">
                <a:solidFill>
                  <a:srgbClr val="1F2937"/>
                </a:solidFill>
              </a:rPr>
              <a:t>Input can be GitHub URL or local .csproj</a:t>
            </a:r>
            <a:endParaRPr lang="en-US" sz="1350" dirty="0"/>
          </a:p>
          <a:p>
            <a:r>
              <a:rPr lang="en-US" sz="1350" dirty="0">
                <a:solidFill>
                  <a:srgbClr val="1F2937"/>
                </a:solidFill>
              </a:rPr>
              <a:t>Gemini model can be selected from dropdown</a:t>
            </a:r>
            <a:endParaRPr lang="en-US" sz="1350" dirty="0"/>
          </a:p>
          <a:p>
            <a:r>
              <a:rPr lang="en-US" sz="1350" dirty="0">
                <a:solidFill>
                  <a:srgbClr val="1F2937"/>
                </a:solidFill>
              </a:rPr>
              <a:t>Summary tab shows counts and dependency usages</a:t>
            </a:r>
            <a:endParaRPr lang="en-US" sz="1350" dirty="0"/>
          </a:p>
          <a:p>
            <a:r>
              <a:rPr lang="en-US" sz="1350" dirty="0">
                <a:solidFill>
                  <a:srgbClr val="1F2937"/>
                </a:solidFill>
              </a:rPr>
              <a:t>Analysis completed successfully with output folder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732520" y="5257800"/>
            <a:ext cx="2514600" cy="411480"/>
          </a:xfrm>
          <a:prstGeom prst="roundRect">
            <a:avLst>
              <a:gd name="adj" fmla="val 17778"/>
            </a:avLst>
          </a:prstGeom>
          <a:solidFill>
            <a:srgbClr val="EAF3FB"/>
          </a:solidFill>
          <a:ln w="12700">
            <a:solidFill>
              <a:srgbClr val="2F5597">
                <a:alpha val="8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96528" y="5321808"/>
            <a:ext cx="23865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5597"/>
                </a:solidFill>
              </a:rPr>
              <a:t>Demo project: Azure Functions backend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DotNet Dependency Agent • Manager Demo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Dependency Findings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Upstream and downstream view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33272"/>
            <a:ext cx="772668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D7DEE8">
                <a:alpha val="90000"/>
              </a:srgbClr>
            </a:solidFill>
            <a:prstDash val="solid"/>
          </a:ln>
        </p:spPr>
      </p:sp>
      <p:pic>
        <p:nvPicPr>
          <p:cNvPr id="6" name="Image 0" descr="/mnt/data/image(20260929-164730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62327"/>
            <a:ext cx="7635240" cy="366252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12480" y="1078992"/>
            <a:ext cx="3246120" cy="50292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7DEE8">
                <a:alpha val="9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41080" y="13533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Key point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41080" y="1828800"/>
            <a:ext cx="265176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50" dirty="0">
                <a:solidFill>
                  <a:srgbClr val="1F2937"/>
                </a:solidFill>
              </a:rPr>
              <a:t>This tab shows project-to-project relationships.</a:t>
            </a:r>
            <a:endParaRPr lang="en-US" sz="1350" dirty="0"/>
          </a:p>
          <a:p>
            <a:r>
              <a:rPr lang="en-US" sz="1350" dirty="0">
                <a:solidFill>
                  <a:srgbClr val="1F2937"/>
                </a:solidFill>
              </a:rPr>
              <a:t>For this sample project, there are no internal project references.</a:t>
            </a:r>
            <a:endParaRPr lang="en-US" sz="1350" dirty="0"/>
          </a:p>
          <a:p>
            <a:r>
              <a:rPr lang="en-US" sz="1350" dirty="0">
                <a:solidFill>
                  <a:srgbClr val="1F2937"/>
                </a:solidFill>
              </a:rPr>
              <a:t>External dependencies are still detected in the Summary and AI report.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41080" y="43434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Manager speaking line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41080" y="4663440"/>
            <a:ext cx="260604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“The tool separates confirmed project relationships from external package/service dependencies.”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DotNet Dependency Agent • Manager Demo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Impact Report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Readable explanation generated for manager and developer review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33272"/>
            <a:ext cx="772668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2700">
            <a:solidFill>
              <a:srgbClr val="D7DEE8">
                <a:alpha val="90000"/>
              </a:srgbClr>
            </a:solidFill>
            <a:prstDash val="solid"/>
          </a:ln>
        </p:spPr>
      </p:sp>
      <p:pic>
        <p:nvPicPr>
          <p:cNvPr id="6" name="Image 0" descr="/mnt/data/image(20260929-164807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27271"/>
            <a:ext cx="7635240" cy="397836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12480" y="1078992"/>
            <a:ext cx="3246120" cy="5074920"/>
          </a:xfrm>
          <a:prstGeom prst="roundRect">
            <a:avLst>
              <a:gd name="adj" fmla="val 2254"/>
            </a:avLst>
          </a:prstGeom>
          <a:solidFill>
            <a:srgbClr val="F8FAFC"/>
          </a:solidFill>
          <a:ln w="12700">
            <a:solidFill>
              <a:srgbClr val="D7DEE8">
                <a:alpha val="9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41080" y="13533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Report content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41080" y="1828800"/>
            <a:ext cx="265176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50" dirty="0">
                <a:solidFill>
                  <a:srgbClr val="1F2937"/>
                </a:solidFill>
              </a:rPr>
              <a:t>Executive summary</a:t>
            </a:r>
            <a:endParaRPr lang="en-US" sz="1350" dirty="0"/>
          </a:p>
          <a:p>
            <a:r>
              <a:rPr lang="en-US" sz="1350" dirty="0">
                <a:solidFill>
                  <a:srgbClr val="1F2937"/>
                </a:solidFill>
              </a:rPr>
              <a:t>Repository metrics</a:t>
            </a:r>
            <a:endParaRPr lang="en-US" sz="1350" dirty="0"/>
          </a:p>
          <a:p>
            <a:r>
              <a:rPr lang="en-US" sz="1350" dirty="0">
                <a:solidFill>
                  <a:srgbClr val="1F2937"/>
                </a:solidFill>
              </a:rPr>
              <a:t>Project architecture</a:t>
            </a:r>
            <a:endParaRPr lang="en-US" sz="1350" dirty="0"/>
          </a:p>
          <a:p>
            <a:r>
              <a:rPr lang="en-US" sz="1350" dirty="0">
                <a:solidFill>
                  <a:srgbClr val="1F2937"/>
                </a:solidFill>
              </a:rPr>
              <a:t>Components and connections</a:t>
            </a:r>
            <a:endParaRPr lang="en-US" sz="1350" dirty="0"/>
          </a:p>
          <a:p>
            <a:r>
              <a:rPr lang="en-US" sz="1350" dirty="0">
                <a:solidFill>
                  <a:srgbClr val="1F2937"/>
                </a:solidFill>
              </a:rPr>
              <a:t>Risks and recommendations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732520" y="5394960"/>
            <a:ext cx="2514600" cy="411480"/>
          </a:xfrm>
          <a:prstGeom prst="roundRect">
            <a:avLst>
              <a:gd name="adj" fmla="val 17778"/>
            </a:avLst>
          </a:prstGeom>
          <a:solidFill>
            <a:srgbClr val="ECFDF5"/>
          </a:solidFill>
          <a:ln w="12700">
            <a:solidFill>
              <a:srgbClr val="21A67A">
                <a:alpha val="8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796528" y="5458968"/>
            <a:ext cx="23865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1A67A"/>
                </a:solidFill>
              </a:rPr>
              <a:t>Simple HTML report for sharing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DotNet Dependency Agent • Manager Demo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Generated Architecture Diagram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New visual output added to the report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325880" y="2011680"/>
            <a:ext cx="1600200" cy="0"/>
          </a:xfrm>
          <a:prstGeom prst="line">
            <a:avLst/>
          </a:prstGeom>
          <a:solidFill>
            <a:srgbClr val="FFFFFF">
              <a:alpha val="0"/>
            </a:srgbClr>
          </a:solidFill>
          <a:ln w="22860">
            <a:solidFill>
              <a:srgbClr val="2F5597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892040" y="2011680"/>
            <a:ext cx="1600200" cy="-822960"/>
          </a:xfrm>
          <a:prstGeom prst="line">
            <a:avLst/>
          </a:prstGeom>
          <a:solidFill>
            <a:srgbClr val="FFFFFF">
              <a:alpha val="0"/>
            </a:srgbClr>
          </a:solidFill>
          <a:ln w="22860">
            <a:solidFill>
              <a:srgbClr val="2F5597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892040" y="2011680"/>
            <a:ext cx="1600200" cy="182880"/>
          </a:xfrm>
          <a:prstGeom prst="line">
            <a:avLst/>
          </a:prstGeom>
          <a:solidFill>
            <a:srgbClr val="FFFFFF">
              <a:alpha val="0"/>
            </a:srgbClr>
          </a:solidFill>
          <a:ln w="22860">
            <a:solidFill>
              <a:srgbClr val="2F5597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892040" y="2011680"/>
            <a:ext cx="1600200" cy="1188720"/>
          </a:xfrm>
          <a:prstGeom prst="line">
            <a:avLst/>
          </a:prstGeom>
          <a:solidFill>
            <a:srgbClr val="FFFFFF">
              <a:alpha val="0"/>
            </a:srgbClr>
          </a:solidFill>
          <a:ln w="22860">
            <a:solidFill>
              <a:srgbClr val="2F5597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892040" y="2651760"/>
            <a:ext cx="1600200" cy="1600200"/>
          </a:xfrm>
          <a:prstGeom prst="line">
            <a:avLst/>
          </a:prstGeom>
          <a:solidFill>
            <a:srgbClr val="FFFFFF">
              <a:alpha val="0"/>
            </a:srgbClr>
          </a:solidFill>
          <a:ln w="22860">
            <a:solidFill>
              <a:srgbClr val="2F5597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549640" y="4251960"/>
            <a:ext cx="-3977640" cy="-1417320"/>
          </a:xfrm>
          <a:prstGeom prst="line">
            <a:avLst/>
          </a:prstGeom>
          <a:solidFill>
            <a:srgbClr val="FFFFFF">
              <a:alpha val="0"/>
            </a:srgbClr>
          </a:solidFill>
          <a:ln w="2286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94360" y="1627632"/>
            <a:ext cx="1554480" cy="749808"/>
          </a:xfrm>
          <a:prstGeom prst="roundRect">
            <a:avLst>
              <a:gd name="adj" fmla="val 12195"/>
            </a:avLst>
          </a:prstGeom>
          <a:solidFill>
            <a:srgbClr val="EFF6FF"/>
          </a:solidFill>
          <a:ln w="15240">
            <a:solidFill>
              <a:srgbClr val="2F55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1700784"/>
            <a:ext cx="14081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5597"/>
                </a:solidFill>
              </a:rPr>
              <a:t>Client / API Consumer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80360" y="1417320"/>
            <a:ext cx="2057400" cy="1417320"/>
          </a:xfrm>
          <a:prstGeom prst="roundRect">
            <a:avLst>
              <a:gd name="adj" fmla="val 6452"/>
            </a:avLst>
          </a:prstGeom>
          <a:solidFill>
            <a:srgbClr val="EAF3FB"/>
          </a:solidFill>
          <a:ln w="15240">
            <a:solidFill>
              <a:srgbClr val="1736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53512" y="1490472"/>
            <a:ext cx="191109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.NET 8 Backend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Azure Functions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971800" y="3154680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ECFDF5"/>
          </a:solidFill>
          <a:ln w="15240">
            <a:solidFill>
              <a:srgbClr val="21A6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44952" y="3227832"/>
            <a:ext cx="172821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A67A"/>
                </a:solidFill>
              </a:rPr>
              <a:t>HTTP Triggers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1A67A"/>
                </a:solidFill>
              </a:rPr>
              <a:t>Ask / Chat / Upload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37960" y="1078992"/>
            <a:ext cx="2011680" cy="749808"/>
          </a:xfrm>
          <a:prstGeom prst="roundRect">
            <a:avLst>
              <a:gd name="adj" fmla="val 12195"/>
            </a:avLst>
          </a:prstGeom>
          <a:solidFill>
            <a:srgbClr val="F5F3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11112" y="1152144"/>
            <a:ext cx="1865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Azure OpenAI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Chat + Embeddings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37960" y="1993392"/>
            <a:ext cx="2011680" cy="749808"/>
          </a:xfrm>
          <a:prstGeom prst="roundRect">
            <a:avLst>
              <a:gd name="adj" fmla="val 12195"/>
            </a:avLst>
          </a:prstGeom>
          <a:solidFill>
            <a:srgbClr val="ECFDF5"/>
          </a:solidFill>
          <a:ln w="15240">
            <a:solidFill>
              <a:srgbClr val="21A6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11112" y="2066544"/>
            <a:ext cx="1865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A67A"/>
                </a:solidFill>
              </a:rPr>
              <a:t>Azure Cosmos DB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1A67A"/>
                </a:solidFill>
              </a:rPr>
              <a:t>Data Store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37960" y="2907792"/>
            <a:ext cx="2011680" cy="749808"/>
          </a:xfrm>
          <a:prstGeom prst="roundRect">
            <a:avLst>
              <a:gd name="adj" fmla="val 12195"/>
            </a:avLst>
          </a:prstGeom>
          <a:solidFill>
            <a:srgbClr val="F3F4F6"/>
          </a:solidFill>
          <a:ln w="15240">
            <a:solidFill>
              <a:srgbClr val="6B72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11112" y="2980944"/>
            <a:ext cx="1865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Application Insights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Telemetry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37960" y="3822192"/>
            <a:ext cx="2011680" cy="749808"/>
          </a:xfrm>
          <a:prstGeom prst="roundRect">
            <a:avLst>
              <a:gd name="adj" fmla="val 12195"/>
            </a:avLst>
          </a:prstGeom>
          <a:solidFill>
            <a:srgbClr val="FFF7ED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11112" y="3895344"/>
            <a:ext cx="1865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Azure Service Bus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Queue / Message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144000" y="1097280"/>
            <a:ext cx="2514600" cy="4434840"/>
          </a:xfrm>
          <a:prstGeom prst="roundRect">
            <a:avLst>
              <a:gd name="adj" fmla="val 2909"/>
            </a:avLst>
          </a:prstGeom>
          <a:solidFill>
            <a:srgbClr val="F8FAFC"/>
          </a:solidFill>
          <a:ln w="12700">
            <a:solidFill>
              <a:srgbClr val="D7DEE8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72600" y="14173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Diagram features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72600" y="1828800"/>
            <a:ext cx="187452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50" dirty="0">
                <a:solidFill>
                  <a:srgbClr val="1F2937"/>
                </a:solidFill>
              </a:rPr>
              <a:t>Auto-generated from project scan</a:t>
            </a:r>
            <a:endParaRPr lang="en-US" sz="1250" dirty="0"/>
          </a:p>
          <a:p>
            <a:r>
              <a:rPr lang="en-US" sz="1250" dirty="0">
                <a:solidFill>
                  <a:srgbClr val="1F2937"/>
                </a:solidFill>
              </a:rPr>
              <a:t>Color-coded blocks</a:t>
            </a:r>
            <a:endParaRPr lang="en-US" sz="1250" dirty="0"/>
          </a:p>
          <a:p>
            <a:r>
              <a:rPr lang="en-US" sz="1250" dirty="0">
                <a:solidFill>
                  <a:srgbClr val="1F2937"/>
                </a:solidFill>
              </a:rPr>
              <a:t>Clear arrows with dependency direction</a:t>
            </a:r>
            <a:endParaRPr lang="en-US" sz="1250" dirty="0"/>
          </a:p>
          <a:p>
            <a:r>
              <a:rPr lang="en-US" sz="1250" dirty="0">
                <a:solidFill>
                  <a:srgbClr val="1F2937"/>
                </a:solidFill>
              </a:rPr>
              <a:t>Separate SVG file saved in output folder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464040" y="4297680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2F5597">
                <a:alpha val="8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28048" y="4361688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5597"/>
                </a:solidFill>
              </a:rPr>
              <a:t>Solid = confirmed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464040" y="4754880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F59E0B">
                <a:alpha val="8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28048" y="4818888"/>
            <a:ext cx="1655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Dashed = possible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DotNet Dependency Agent • Manager Demo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Generated Output Files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Activity log confirms report and diagram generation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33272"/>
            <a:ext cx="772668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2700">
            <a:solidFill>
              <a:srgbClr val="D7DEE8">
                <a:alpha val="90000"/>
              </a:srgbClr>
            </a:solidFill>
            <a:prstDash val="solid"/>
          </a:ln>
        </p:spPr>
      </p:sp>
      <p:pic>
        <p:nvPicPr>
          <p:cNvPr id="6" name="Image 0" descr="/mnt/data/image(20260929-164839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14190"/>
            <a:ext cx="7635240" cy="40045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12480" y="1078992"/>
            <a:ext cx="3246120" cy="50749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7DEE8">
                <a:alpha val="9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41080" y="13533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365D"/>
                </a:solidFill>
              </a:rPr>
              <a:t>Files produced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41080" y="1828800"/>
            <a:ext cx="2651760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50" dirty="0">
                <a:solidFill>
                  <a:srgbClr val="1F2937"/>
                </a:solidFill>
              </a:rPr>
              <a:t>ai_dependency_analysis.html</a:t>
            </a:r>
            <a:endParaRPr lang="en-US" sz="1250" dirty="0"/>
          </a:p>
          <a:p>
            <a:r>
              <a:rPr lang="en-US" sz="1250" dirty="0">
                <a:solidFill>
                  <a:srgbClr val="1F2937"/>
                </a:solidFill>
              </a:rPr>
              <a:t>ai_dependency_analysis.md</a:t>
            </a:r>
            <a:endParaRPr lang="en-US" sz="1250" dirty="0"/>
          </a:p>
          <a:p>
            <a:r>
              <a:rPr lang="en-US" sz="1250" dirty="0">
                <a:solidFill>
                  <a:srgbClr val="1F2937"/>
                </a:solidFill>
              </a:rPr>
              <a:t>ai_dependency_analysis.json</a:t>
            </a:r>
            <a:endParaRPr lang="en-US" sz="1250" dirty="0"/>
          </a:p>
          <a:p>
            <a:r>
              <a:rPr lang="en-US" sz="1250" dirty="0">
                <a:solidFill>
                  <a:srgbClr val="1F2937"/>
                </a:solidFill>
              </a:rPr>
              <a:t>project_architecture_diagram.svg</a:t>
            </a:r>
            <a:endParaRPr lang="en-US" sz="1250" dirty="0"/>
          </a:p>
          <a:p>
            <a:r>
              <a:rPr lang="en-US" sz="1250" dirty="0">
                <a:solidFill>
                  <a:srgbClr val="1F2937"/>
                </a:solidFill>
              </a:rPr>
              <a:t>dependency_report.json</a:t>
            </a:r>
            <a:endParaRPr lang="en-US" sz="1250" dirty="0"/>
          </a:p>
          <a:p>
            <a:r>
              <a:rPr lang="en-US" sz="1250" dirty="0">
                <a:solidFill>
                  <a:srgbClr val="1F2937"/>
                </a:solidFill>
              </a:rPr>
              <a:t>function_call_graph.json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41080" y="53035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</a:rPr>
              <a:t>This makes the result easy to share, review and store with project documentation.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DotNet Dependency Agent • Manager Demo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8961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Simple plan to improve the tool further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3291840" cy="4251960"/>
          </a:xfrm>
          <a:prstGeom prst="roundRect">
            <a:avLst>
              <a:gd name="adj" fmla="val 2222"/>
            </a:avLst>
          </a:prstGeom>
          <a:solidFill>
            <a:srgbClr val="EFF6FF"/>
          </a:solidFill>
          <a:ln w="12700">
            <a:solidFill>
              <a:srgbClr val="D7DEE8">
                <a:alpha val="9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54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597"/>
                </a:solidFill>
              </a:rPr>
              <a:t>1. Improve scanning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057400"/>
            <a:ext cx="26517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F2937"/>
                </a:solidFill>
              </a:rPr>
              <a:t>More project types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Controller / service / repository mapping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Better confidence scoring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1234440"/>
            <a:ext cx="3291840" cy="4251960"/>
          </a:xfrm>
          <a:prstGeom prst="roundRect">
            <a:avLst>
              <a:gd name="adj" fmla="val 2222"/>
            </a:avLst>
          </a:prstGeom>
          <a:solidFill>
            <a:srgbClr val="F5F3FF"/>
          </a:solidFill>
          <a:ln w="12700">
            <a:solidFill>
              <a:srgbClr val="D7DEE8">
                <a:alpha val="9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554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</a:rPr>
              <a:t>2. Improve reporting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09160" y="2057400"/>
            <a:ext cx="26517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F2937"/>
                </a:solidFill>
              </a:rPr>
              <a:t>Cleaner architecture diagrams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More manager-friendly summary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Export to Word/PDF later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83880" y="1234440"/>
            <a:ext cx="3291840" cy="4251960"/>
          </a:xfrm>
          <a:prstGeom prst="roundRect">
            <a:avLst>
              <a:gd name="adj" fmla="val 2222"/>
            </a:avLst>
          </a:prstGeom>
          <a:solidFill>
            <a:srgbClr val="ECFDF5"/>
          </a:solidFill>
          <a:ln w="12700">
            <a:solidFill>
              <a:srgbClr val="D7DEE8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15544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A67A"/>
                </a:solidFill>
              </a:rPr>
              <a:t>3. Practical usage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58200" y="2057400"/>
            <a:ext cx="26517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400" dirty="0">
                <a:solidFill>
                  <a:srgbClr val="1F2937"/>
                </a:solidFill>
              </a:rPr>
              <a:t>Use before code changes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Use during onboarding</a:t>
            </a:r>
            <a:endParaRPr lang="en-US" sz="1400" dirty="0"/>
          </a:p>
          <a:p>
            <a:r>
              <a:rPr lang="en-US" sz="1400" dirty="0">
                <a:solidFill>
                  <a:srgbClr val="1F2937"/>
                </a:solidFill>
              </a:rPr>
              <a:t>Use in impact analysis reviews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89788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65D"/>
                </a:solidFill>
              </a:rPr>
              <a:t>Closing line: “This tool gives a quick and visual understanding of any .NET project dependency and architecture.”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653796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DotNet Dependency Agent • Manager Demo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475720" y="653796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.NET Dependency Agent - Architecture Analysis</dc:title>
  <dc:subject>.NET Dependency Agent presentation</dc:subject>
  <dc:creator>OpenAI</dc:creator>
  <cp:lastModifiedBy>OpenAI</cp:lastModifiedBy>
  <cp:revision>1</cp:revision>
  <dcterms:created xsi:type="dcterms:W3CDTF">2026-09-29T16:54:12Z</dcterms:created>
  <dcterms:modified xsi:type="dcterms:W3CDTF">2026-09-29T16:54:12Z</dcterms:modified>
</cp:coreProperties>
</file>